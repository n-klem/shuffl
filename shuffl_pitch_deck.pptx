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01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1595</c:v>
                </c:pt>
                <c:pt idx="1">
                  <c:v>5729</c:v>
                </c:pt>
                <c:pt idx="2">
                  <c:v>15436</c:v>
                </c:pt>
                <c:pt idx="3">
                  <c:v>46281</c:v>
                </c:pt>
                <c:pt idx="4">
                  <c:v>93097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0A0A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4400</c:v>
                </c:pt>
                <c:pt idx="1">
                  <c:v>4400</c:v>
                </c:pt>
                <c:pt idx="2">
                  <c:v>4600</c:v>
                </c:pt>
                <c:pt idx="3">
                  <c:v>6900</c:v>
                </c:pt>
                <c:pt idx="4">
                  <c:v>9700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Geis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Geis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A0A0A"/>
              </a:solidFill>
              <a:latin typeface="Geist"/>
              <a:cs typeface="Geis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 — contact details for follow-up. Live demo available at the Heroku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SHUFFL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credit card platform Gen Z actually wants.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Investor Presentation  ·  September 2026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 Z holds $360B in spending power and 88% have rewards cards — but the tools built to help them choose were designed for a 35-year-old Googling "best travel card."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49%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Discovery Mismatch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1089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794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 Gen Z favour TikTok over other platforms for financial advice. SEO incumbents have zero organic reach here.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2.8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Format Mismatch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3657600"/>
            <a:ext cx="31089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3794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cards per Gen Z consumer on average. They need portfolio optimisation, not a ranked article about one card.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38%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Complexity Mismatch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3657600"/>
            <a:ext cx="31089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3794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 18-24s shop around before choosing — the lowest of any age group. The existing flow is too confusing.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Sources: Self.inc 2026, FCA Financial Lives 2024, Bankrate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Shuffl helps Gen Z find, compare, and assemble the perfect credit card combination — a "stack" — through an interactive, mobile-first experience.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Personalised Quiz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12-question wizard scores 54 cards across 10+ dimensions. One-per-page flow feels native, not like a form.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50292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402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122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Curated Stacks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81228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Pre-built card combos for Traveler, Foodie, Student, Cashback. Think Spotify playlists for credit cards.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3337560"/>
            <a:ext cx="50292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348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My Wallet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Save cards, build your collection, track what you have. High-intent users convert to affiliate clicks.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348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Premium Tier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81228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$4.99/mo for rewards tracking, spending analytics, and new card alerts. Recurring revenue layer.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63040"/>
            <a:ext cx="5029200" cy="502920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2377440"/>
            <a:ext cx="3474720" cy="3474720"/>
          </a:xfrm>
          <a:prstGeom prst="ellipse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200400"/>
            <a:ext cx="2011680" cy="20116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TAM  ·  $3.1B+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US + UK credit card affiliate and comparison market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2697480"/>
            <a:ext cx="420624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  ·  $150M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566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 Z credit card recommendation revenue addressable through digital channels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4251960"/>
            <a:ext cx="420624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  ·  $3M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5120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2% share of Gen Z segment by Year 3, based on organic + paid acquisition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5669280"/>
            <a:ext cx="420624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 Z card adoption growing 15-22% annually  ·  $360B spending power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Sources: NerdWallet 10-K, ClearScore FY2025, Bankrate, FCA Financial Lives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Affiliate Commissions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0292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$50–$200+ per approved US application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£30–£150+ per approved UK application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57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$110 blended average CPA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97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Zero inventory risk — revenue scales with approvals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937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model as NerdWallet ($837M rev), Credit Karma ($2.5B)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0" cy="457200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Premium Subscription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0292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$4.99/month or $49.99/year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Rewards tracking across all cards in wallet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657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Spending analytics and optimisation alerts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97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3% free-to-paid conversion (fintech benchmark)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937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Mirrors ClearScore Protect Plus (£4.99/mo)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Unit Economics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Avg Affiliate CPA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0" cy="109728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Blended CAC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0" cy="109728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22:1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LTV : CAC Ratio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0" cy="109728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$3.03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 per MAU/mo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Conversion Funnel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182880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675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Organic + paid traffic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657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94660" y="3657600"/>
            <a:ext cx="169164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94660" y="36758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35%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Quiz Complete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Quiz completion rate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657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7800" y="3657600"/>
            <a:ext cx="155448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57800" y="3675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35%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 Click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 completers click Apply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657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20940" y="3657600"/>
            <a:ext cx="141732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520940" y="3675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55%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Industry approval rate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3657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784080" y="3657600"/>
            <a:ext cx="128016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84080" y="36758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~6.7%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50976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509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Overall visit-to-revenue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Benchmarked against ClearScore (8.8% conversion on 25M users) and NerdWallet click-through data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SEO incumbents dominate — but their moat is weakening as Gen Z ignores Google for financial discovery.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92608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Company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Revenue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Users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Model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Gen Z Focus?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NerdWallet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$837M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Millions MAU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SEO → affiliate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2A36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✗  No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Credit Karma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~$2.5B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130M+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Free score → affiliate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2A36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✗  No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ClearScore (UK)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£145M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25M+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Score + affiliate + sub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2A36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✗  No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MaxRewards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~$5M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Small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Subscription ($9/mo)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~  Post-acquisition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Shuffl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Pre-revenue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Pre-launch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Affiliate + sub hybrid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24B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✓  100%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incumbents can't close this gap: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NerdWallet's credit card revenue declined 24% YoY — search-based discovery is weakening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incumbent recommends card combinations ("stacks") — only individual cards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SEO moats don't translate to TikTok/Instagram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1: Seed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3832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TikTok/Instagram content — quiz results, stack reveals, card hacks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University partnerships — freshers' week, finance societies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20-30 FinTok micro-influencers with affiliate rev-share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33832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5K users  ·  First revenue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0" cy="420624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2: Grow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011680"/>
            <a:ext cx="33832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A/B test quiz flow and card ranking for conversion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Launch premium subscription tier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Paid social ($3-5K/mo) targeting lookalike audiences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Referral programme with rewards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5029200"/>
            <a:ext cx="33832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25K users  ·  $15K/mo rev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1280160"/>
            <a:ext cx="0" cy="420624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3: Scale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011680"/>
            <a:ext cx="33832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paid spend as CAC/LTV proves out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iOS/Android app for push + retention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Direct issuer partnerships for enhanced CPAs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UK launch with FCA authorisation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5029200"/>
            <a:ext cx="33832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100K users  ·  $50K+/mo rev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Path A: Bootstrap / Lean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co-founders, full-time, no external funding. ~$500 invested to date.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73736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8096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$357K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Year 1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2606040"/>
            <a:ext cx="3657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$291K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Year 1 Net Profit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3657600"/>
            <a:ext cx="3657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 3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Breakeven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4709160"/>
            <a:ext cx="3657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78,300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5349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Cumulative Users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Capital-efficient but growth-constrained by founders' content output and organic reach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Path B: VC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Pre-Seed → Seed → Series A trajectory with aggressive paid acquisition.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Year 1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Year 2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Year 3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Year 4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New Users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100K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500K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5M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Avg MAU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25K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175K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800K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2.5M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Revenue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$957K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$6.7M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$30.6M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102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$95.7M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EBITDA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$871K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$5.9M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$27.9M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$90.3M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EBITDA Margin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91%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88%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91%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94%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20624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Funding Rounds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Pre-Seed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£250K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86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£1M pre  ·  Now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4846320"/>
            <a:ext cx="0" cy="91440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£1.5M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5486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£6M pre  ·  Year 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846320"/>
            <a:ext cx="0" cy="91440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Series 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$5M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5486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$20M pre  ·  Year 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Year 4 implied valuation: $67M–$479M (0.7× NerdWallet multiple to 5.0× Credit Karma acquisition multiple)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We Are Today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Built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Rails 8 app with 54-card database, quiz engine, wallet, and stack browser — deployed on Heroku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286000"/>
            <a:ext cx="54864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 Database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54 fictional cards modelled on real US/UK products, with full scoring metadata for quiz matching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383280"/>
            <a:ext cx="54864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Quiz Engine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12-question weighted scoring system tested across 10+ dimensions — no nested if-statements, pure matrix scoring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4480560"/>
            <a:ext cx="54864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091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System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"Quiet Interface" design language — burgundy-on-white, single-typeface, hover-reveal secondary actions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675120" y="1188720"/>
            <a:ext cx="0" cy="484632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94944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90 Days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6949440" y="1783080"/>
            <a:ext cx="43891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94944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Replace fictional cards with real US card data + affiliate links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94944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Launch TikTok content strategy — 3 posts/week minimum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Partner with 3 university finance societies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for FCA credit broking authorisation (UK)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94944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Hit 5,000 registered users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94944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 first affiliate revenue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~$500 invested to date  ·  Deployed at shuffl-c0a9cbc48e06.herokuapp.com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371600"/>
            <a:ext cx="1371600" cy="13716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94560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Noah Klemmer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Co-Founder · Business &amp; Finance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703320"/>
            <a:ext cx="3657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Princeton — Economics + Finance, Art History (~3.75 GPA)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224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EQT FX/IR/Hedging Desk — deal-contingent forwards, swaps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6085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LSE Systemic Risk Centre — quantitative bubble models in 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992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Based London/Stockholm · English, Swedish, French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0" cy="457200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371600"/>
            <a:ext cx="1371600" cy="13716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0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CF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Co-Founder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Co-Founder · Engineering &amp; Product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703320"/>
            <a:ext cx="3657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 Wagon Software Development Bootcamp graduate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224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Full-stack: Ruby on Rails, PostgreSQL, JavaScript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6085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Shared development of the Shuffl prototype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992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execution and technical implementation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Finance domain expertise  +  full-stack engineering  =  minimum viable founding team for fintech affiliate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 /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Seeking £250,000 pre-seed at £1M pre-money valuation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12–18 months of runway to reach 100K users, prove unit economics, and achieve profitability.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Marketing &amp; Acquisition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2331720"/>
            <a:ext cx="1645920" cy="274320"/>
          </a:xfrm>
          <a:prstGeom prst="rect">
            <a:avLst/>
          </a:prstGeom>
          <a:solidFill>
            <a:srgbClr val="601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$60K  (24%)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07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Founder Living Expenses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2807208"/>
            <a:ext cx="164592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2807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$60K  (24%)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826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282696"/>
            <a:ext cx="1371600" cy="2743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03520" y="3282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$50K  (20%)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58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Legal &amp; Compliance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3758184"/>
            <a:ext cx="822960" cy="2743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758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$30K  (12%)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233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Infrastructure &amp;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233672"/>
            <a:ext cx="685800" cy="27432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$25K  (10%)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09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Reserve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4709160"/>
            <a:ext cx="685800" cy="27432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4709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$25K  (10%)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1208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 Milestones for Pre-Seed Capital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760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 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989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5K users, quiz completion &gt;60%, first affiliate revenue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5760720"/>
            <a:ext cx="0" cy="73152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66160" y="5760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 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5989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25K users, $15K/mo revenue, FCA application submitted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0" cy="73152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5760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 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5989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50K users, subscription tier launched, unit economics validated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52560" y="5760720"/>
            <a:ext cx="0" cy="73152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35440" y="5760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 12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235440" y="5989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100K users, $50K+/mo revenue, seed-round ready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60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SHUFFL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0102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credit card stack Gen Z actually wants.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06984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Noah Klemmer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klemmernoah@icloud.com  ·  London / Stockholm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shuffl-c0a9cbc48e06.herokuapp.com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Shuffl Investor Deck</dc:subject>
  <dc:creator>Noah Klemmer</dc:creator>
  <cp:lastModifiedBy>Noah Klemmer</cp:lastModifiedBy>
  <cp:revision>1</cp:revision>
  <dcterms:created xsi:type="dcterms:W3CDTF">2026-09-15T11:56:52Z</dcterms:created>
  <dcterms:modified xsi:type="dcterms:W3CDTF">2026-09-15T11:56:53Z</dcterms:modified>
</cp:coreProperties>
</file>